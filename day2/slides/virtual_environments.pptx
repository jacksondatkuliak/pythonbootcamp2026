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81"/>
  </p:normalViewPr>
  <p:slideViewPr>
    <p:cSldViewPr snapToGrid="0">
      <p:cViewPr varScale="1">
        <p:scale>
          <a:sx n="116" d="100"/>
          <a:sy n="116" d="100"/>
        </p:scale>
        <p:origin x="60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BE3C1-DBE1-495D-B57B-2849774B866A}" type="datetimeFigureOut">
              <a:rPr lang="en-US" dirty="0"/>
              <a:t>5/12/26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E42F4-6EEF-4EF7-8ED4-2208F0F89A08}" type="datetimeFigureOut">
              <a:rPr lang="en-US" dirty="0"/>
              <a:t>5/12/26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78ACC-22D6-47C1-A373-4FD133E34F3C}" type="datetimeFigureOut">
              <a:rPr lang="en-US" dirty="0"/>
              <a:t>5/12/26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A6C69-6797-4E8A-BF37-F2C3751466E9}" type="datetimeFigureOut">
              <a:rPr lang="en-US" dirty="0"/>
              <a:t>5/12/26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014A1-A632-4878-A0D3-F52BA7563730}" type="datetimeFigureOut">
              <a:rPr lang="en-US" dirty="0"/>
              <a:t>5/12/26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9F462-093F-4566-844B-4C71F2739DA5}" type="datetimeFigureOut">
              <a:rPr lang="en-US" dirty="0"/>
              <a:t>5/12/26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4A7AC-904D-4781-85BA-7D10C17ED021}" type="datetimeFigureOut">
              <a:rPr lang="en-US" dirty="0"/>
              <a:t>5/12/26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1444B-B92B-4E27-8C94-BB93EAF5CB18}" type="datetimeFigureOut">
              <a:rPr lang="en-US" dirty="0"/>
              <a:t>5/12/26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EFA5E-FA76-400D-B3DC-F0BA90E6D107}" type="datetimeFigureOut">
              <a:rPr lang="en-US" dirty="0"/>
              <a:t>5/12/26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C117F-5CCF-4837-BE5F-2B92066CAFAF}" type="datetimeFigureOut">
              <a:rPr lang="en-US" dirty="0"/>
              <a:t>5/12/26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B90BD-B6CE-46B7-997F-7313B992CCDC}" type="datetimeFigureOut">
              <a:rPr lang="en-US" dirty="0"/>
              <a:t>5/12/26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9D11F-B188-461D-B23F-39381795C052}" type="datetimeFigureOut">
              <a:rPr lang="en-US" dirty="0"/>
              <a:t>5/12/26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6D8D9-55A2-4063-B0F3-121F44549695}" type="datetimeFigureOut">
              <a:rPr lang="en-US" dirty="0"/>
              <a:t>5/12/26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24536-994D-4021-A283-9F449C0DB509}" type="datetimeFigureOut">
              <a:rPr lang="en-US" dirty="0"/>
              <a:t>5/12/26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BBB78-C96F-47B7-AB17-D852CA960AC9}" type="datetimeFigureOut">
              <a:rPr lang="en-US" dirty="0"/>
              <a:t>5/12/26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3F48C-C7C6-4055-9F49-3777875E72AE}" type="datetimeFigureOut">
              <a:rPr lang="en-US" dirty="0"/>
              <a:t>5/12/26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6178E61D-D431-422C-9764-11DAFE33AB63}" type="datetimeFigureOut">
              <a:rPr lang="en-US" dirty="0"/>
              <a:t>5/12/26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6E9DEC-419B-4CC5-A080-3B06BD5A8291}" type="datetimeFigureOut">
              <a:rPr lang="en-US" dirty="0"/>
              <a:t>5/12/26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6FBE5-1234-1764-84BA-8BF86A9092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Virtual Environments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30368D-9997-A0FE-F2EE-E19544CE312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SURP 2026 Python Bootcamp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Ohio State Astronomy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Slides by: Jackson Datkuliak</a:t>
            </a:r>
          </a:p>
        </p:txBody>
      </p:sp>
    </p:spTree>
    <p:extLst>
      <p:ext uri="{BB962C8B-B14F-4D97-AF65-F5344CB8AC3E}">
        <p14:creationId xmlns:p14="http://schemas.microsoft.com/office/powerpoint/2010/main" val="925936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0F1A5-1AB0-6044-E355-FB5D757A2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 how do I install Python packages?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93A014-9FEE-9000-4204-400138A26F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research, you will probably use Anaconda to setup your Python environments. Anaconda is easy to use and share with other researchers.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quick setup and small projects, I prefer to use Python’s built in tool, `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venv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`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you don’t have a Python environment with NumPy, you will want to set one up with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venv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todays group challenge.</a:t>
            </a:r>
          </a:p>
        </p:txBody>
      </p:sp>
    </p:spTree>
    <p:extLst>
      <p:ext uri="{BB962C8B-B14F-4D97-AF65-F5344CB8AC3E}">
        <p14:creationId xmlns:p14="http://schemas.microsoft.com/office/powerpoint/2010/main" val="8501797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BC256-397F-5402-86C6-249C997DA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What’s a virtual environment?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A85D06-49BC-BC79-DD0C-0A5B97F866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Python virtual environment is a directory that contains it’s own Python interpreter and set of installed packages.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can have on version of Python with some packages in one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venv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another version of Python with some other packages in another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venv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Makes it easy to switch between versions of Python and packages for different projects.</a:t>
            </a:r>
          </a:p>
        </p:txBody>
      </p:sp>
    </p:spTree>
    <p:extLst>
      <p:ext uri="{BB962C8B-B14F-4D97-AF65-F5344CB8AC3E}">
        <p14:creationId xmlns:p14="http://schemas.microsoft.com/office/powerpoint/2010/main" val="34657497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FEBEA-3A0F-A194-DDEE-1FB9DBF4D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Creating a Virtual Environment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CF29E-E9B8-17C5-75AE-B0A724E27C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start, create a virtual environment with the command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`python3 –m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venv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./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venv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`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will create a folder called “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venv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in your current directory that contains the virtual environment. You can call it whatever you want, doesn’t have to be “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venv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255B4F-0895-EB3C-C9D1-D9D0BF1F86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6967" y="4815205"/>
            <a:ext cx="5548468" cy="1981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0141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65C49-94BC-F02A-9E8A-9035DFCBA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Activating/Deactivating Virtual Environments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F057B5-6AD3-6B54-C80C-BDED63F049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the command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`source ./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venv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/bin/activate` to activate the virtual environment. You should see a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venv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in the terminal prompt.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 `deactivate` to stop using the virtual environment.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will have to reactivate the virtual environment if you close your terminal.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E7D9262-90BA-D333-FA24-D9556A303E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8814" y="4784304"/>
            <a:ext cx="6588631" cy="1774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30653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318A5-F25B-9984-7CA1-2D2B159D2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Install packages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E8A6ED-3687-A7BF-C0A1-E4E4F8A366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the command: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`python3 –m pip install &lt;packages&gt;` to install packages into the virtual environment with pip.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35BDD5-9E81-8F94-BD1C-A02896F6CA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7818" y="4440525"/>
            <a:ext cx="7772400" cy="1301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60748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A62F6-D8B7-3E12-2458-6C0551ED3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Done!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D7FED7-990B-0B2A-6E33-F1F3F0B541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can now import those packages and use them in your Python code!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06542A2-DEB0-52CC-1D84-2F357559F8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4396677"/>
            <a:ext cx="7772400" cy="1539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119159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Berlin</Template>
  <TotalTime>11</TotalTime>
  <Words>314</Words>
  <Application>Microsoft Macintosh PowerPoint</Application>
  <PresentationFormat>Widescreen</PresentationFormat>
  <Paragraphs>31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Times New Roman</vt:lpstr>
      <vt:lpstr>Trebuchet MS</vt:lpstr>
      <vt:lpstr>Berlin</vt:lpstr>
      <vt:lpstr>Python Virtual Environments</vt:lpstr>
      <vt:lpstr>So how do I install Python packages?</vt:lpstr>
      <vt:lpstr>What’s a virtual environment?</vt:lpstr>
      <vt:lpstr>Creating a Virtual Environment</vt:lpstr>
      <vt:lpstr>Activating/Deactivating Virtual Environments</vt:lpstr>
      <vt:lpstr>Install packages</vt:lpstr>
      <vt:lpstr>Done!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Datkuliak, Jackson</dc:creator>
  <cp:lastModifiedBy>Datkuliak, Jackson</cp:lastModifiedBy>
  <cp:revision>2</cp:revision>
  <dcterms:created xsi:type="dcterms:W3CDTF">2026-05-12T15:59:20Z</dcterms:created>
  <dcterms:modified xsi:type="dcterms:W3CDTF">2026-05-12T16:10:38Z</dcterms:modified>
</cp:coreProperties>
</file>